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Enhanced E-commerce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additional charts &amp;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</a:t>
            </a:r>
          </a:p>
        </p:txBody>
      </p:sp>
      <p:pic>
        <p:nvPicPr>
          <p:cNvPr id="3" name="Picture 2" descr="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Breakdown by Category</a:t>
            </a:r>
          </a:p>
        </p:txBody>
      </p:sp>
      <p:pic>
        <p:nvPicPr>
          <p:cNvPr id="3" name="Picture 2" descr="categor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Repeat Customer Decline Pattern</a:t>
            </a:r>
          </a:p>
        </p:txBody>
      </p:sp>
      <p:pic>
        <p:nvPicPr>
          <p:cNvPr id="3" name="Picture 2" descr="repeat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Volume by Product Category</a:t>
            </a:r>
          </a:p>
        </p:txBody>
      </p:sp>
      <p:pic>
        <p:nvPicPr>
          <p:cNvPr id="3" name="Picture 2" descr="orders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Sales show a consistent decrease from Jan to May before slight recovery.</a:t>
            </a:r>
          </a:p>
          <a:p>
            <a:r>
              <a:t>- Repeat customers dropping indicates weakening customer loyalty.</a:t>
            </a:r>
          </a:p>
          <a:p>
            <a:r>
              <a:t>- Women’s category contributes the highest revenue and orders.</a:t>
            </a:r>
          </a:p>
          <a:p>
            <a:r>
              <a:t>- Accessories perform poorly in both revenue and order count.</a:t>
            </a:r>
          </a:p>
          <a:p>
            <a:r>
              <a:t>- Increasing promotions for top categories can drive faster recovery.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